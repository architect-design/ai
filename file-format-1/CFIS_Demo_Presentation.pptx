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1828800" cy="45720"/>
          </a:xfrm>
          <a:prstGeom prst="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 Format Intelligence System (CFIS)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9A518"/>
                </a:solidFill>
              </a:defRPr>
            </a:pPr>
            <a:r>
              <a:t>Automated File Validation, Generation &amp;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Manual Validation is Error-Prone: Testing banking files (NACHA, VISA VCF) manually leads to high error rates in production.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Rigid Formatting Rules: Positional file formats require exact character counts, routing checksums, and cross-record totals.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Database-to-File Friction: Extracting data from Oracle/Postgres and mapping it to strict flat-file layouts is slow and requires custom scripts.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Lack of Dynamic Learning: Existing tools require hard-coded logic for every new file specification introduced by clients.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CFIS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Rule-Based 'Learning' Engine: Parses specification documents and builds internal rule trees dynamically—no neural networks, 100% deterministic.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Multi-Format Support: Out-of-the-box support for NACHA, VISA VCF, Oracle GL, and custom formats.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Automated Test Data Generation: Creates mathematically valid synthetic data (e.g., valid ABA routing checksums).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Seamless DB Transformation: Connect to any enterprise DB, run SQL, and instantly convert result sets into perfectly formatted flat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4937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9A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3057"/>
                </a:solidFill>
                <a:latin typeface="Consolas"/>
              </a:defRPr>
            </a:pPr>
            <a:r>
              <a:t>[ Web UI Layer ]  (Wells Fargo Themed / Drag &amp; Drop)</a:t>
            </a:r>
            <a:br/>
            <a:r>
              <a:t>       ↓</a:t>
            </a:r>
            <a:br/>
            <a:r>
              <a:t>[ FastAPI Gateway ]  (REST API / File Uploads / Downloads)</a:t>
            </a:r>
            <a:br/>
            <a:r>
              <a:t>       ↓</a:t>
            </a:r>
            <a:br/>
            <a:r>
              <a:t>[ Core Processing Engine ]</a:t>
            </a:r>
            <a:br/>
            <a:r>
              <a:t>    ├── 1. Spec Learner (Regex / Template Parser)</a:t>
            </a:r>
            <a:br/>
            <a:r>
              <a:t>    ├── 2. Validator (Positional Logic / Checksums)</a:t>
            </a:r>
            <a:br/>
            <a:r>
              <a:t>    ├── 3. Generator (Synthetic Data Builder)</a:t>
            </a:r>
            <a:br/>
            <a:r>
              <a:t>    └── 4. DB Transformer (SQL Mapper)</a:t>
            </a:r>
            <a:br/>
            <a:r>
              <a:t>       ↓</a:t>
            </a:r>
            <a:br/>
            <a:r>
              <a:t>[ Knowledge Base ]  (In-Memory Format Rules: NACHA, VISA, GL)</a:t>
            </a:r>
            <a:br/>
            <a:r>
              <a:t>       ↓</a:t>
            </a:r>
            <a:br/>
            <a:r>
              <a:t>[ Database Connectors ]  (Oracle / Postgres / MySQL / Custom)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Design &amp;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Specification Learner UI: Drag-and-drop PDFs/Excel specs or load built-in templates.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Real-Time Validator: Upload a file and instantly get a score (e.g., 98.5%), with exact error locations (Record 45, Position 2-3).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Test Data Factory: Generate edge-case testing files (max amounts, special characters, boundary lengths).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Database Integration: Securely store DB connections, write SQL, map columns to file positions visually.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Demo: Solution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548640"/>
          </a:xfrm>
          <a:prstGeom prst="round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057"/>
                </a:solidFill>
              </a:defRPr>
            </a:pPr>
            <a:r>
              <a:t>Step 1: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Load the built-in NACHA PPD specification into the system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011680" cy="548640"/>
          </a:xfrm>
          <a:prstGeom prst="round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057"/>
                </a:solidFill>
              </a:defRPr>
            </a:pPr>
            <a:r>
              <a:t>Step 2: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6032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Configure batches/entries and generate a compliant test NACHA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2011680" cy="548640"/>
          </a:xfrm>
          <a:prstGeom prst="round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057"/>
                </a:solidFill>
              </a:defRPr>
            </a:pPr>
            <a:r>
              <a:t>Step 3: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65760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Upload the generated file back into the system to prove 100%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2011680" cy="548640"/>
          </a:xfrm>
          <a:prstGeom prst="round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057"/>
                </a:solidFill>
              </a:defRPr>
            </a:pPr>
            <a:r>
              <a:t>Step 4: 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75488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Show how database SQL outputs can be mapped to the NACHA format dynamically.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1828800" cy="45720"/>
          </a:xfrm>
          <a:prstGeom prst="rect">
            <a:avLst/>
          </a:prstGeom>
          <a:solidFill>
            <a:srgbClr val="D9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Benefits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9A518"/>
                </a:solidFill>
              </a:defRPr>
            </a:pPr>
            <a:r>
              <a:t>Secure • Deterministic • Easily Extensible • Zero External API Dependencies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